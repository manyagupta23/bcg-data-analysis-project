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3A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95F68F91-3907-4EC2-90F1-8ED771F08C9C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AC3E372-D4FA-4C49-BDCA-C49412708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493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8F91-3907-4EC2-90F1-8ED771F08C9C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E372-D4FA-4C49-BDCA-C49412708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652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5F68F91-3907-4EC2-90F1-8ED771F08C9C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AC3E372-D4FA-4C49-BDCA-C49412708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31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8F91-3907-4EC2-90F1-8ED771F08C9C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E372-D4FA-4C49-BDCA-C49412708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250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8F91-3907-4EC2-90F1-8ED771F08C9C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E372-D4FA-4C49-BDCA-C49412708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875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8F91-3907-4EC2-90F1-8ED771F08C9C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E372-D4FA-4C49-BDCA-C49412708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52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8F91-3907-4EC2-90F1-8ED771F08C9C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E372-D4FA-4C49-BDCA-C49412708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15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8F91-3907-4EC2-90F1-8ED771F08C9C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E372-D4FA-4C49-BDCA-C49412708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381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8F91-3907-4EC2-90F1-8ED771F08C9C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E372-D4FA-4C49-BDCA-C49412708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191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8F91-3907-4EC2-90F1-8ED771F08C9C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E372-D4FA-4C49-BDCA-C49412708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363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5F68F91-3907-4EC2-90F1-8ED771F08C9C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AC3E372-D4FA-4C49-BDCA-C49412708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9885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5F68F91-3907-4EC2-90F1-8ED771F08C9C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AC3E372-D4FA-4C49-BDCA-C49412708CC4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4869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5F68F91-3907-4EC2-90F1-8ED771F08C9C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AC3E372-D4FA-4C49-BDCA-C49412708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342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8F91-3907-4EC2-90F1-8ED771F08C9C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E372-D4FA-4C49-BDCA-C49412708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3450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8F91-3907-4EC2-90F1-8ED771F08C9C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E372-D4FA-4C49-BDCA-C49412708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4552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8F91-3907-4EC2-90F1-8ED771F08C9C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E372-D4FA-4C49-BDCA-C49412708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1258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5F68F91-3907-4EC2-90F1-8ED771F08C9C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AC3E372-D4FA-4C49-BDCA-C49412708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212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68F91-3907-4EC2-90F1-8ED771F08C9C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3E372-D4FA-4C49-BDCA-C49412708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4364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F4B7E-C0E5-A1E1-752C-180FEA8480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Marketing Campaign 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C231D-3201-E7CB-BA20-5B65012234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Customer Conversion &amp; Sales Insights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4765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3E33A5-1D53-D9C1-F7BC-2D13F6D8D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132" y="762000"/>
            <a:ext cx="10686067" cy="1295400"/>
          </a:xfrm>
        </p:spPr>
        <p:txBody>
          <a:bodyPr/>
          <a:lstStyle/>
          <a:p>
            <a:r>
              <a:rPr lang="en-US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Overall Channel Performance</a:t>
            </a:r>
            <a:endParaRPr lang="en-IN" i="1" dirty="0">
              <a:solidFill>
                <a:schemeClr val="accent1">
                  <a:lumMod val="20000"/>
                  <a:lumOff val="8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4CD76-0FC4-F97C-B5F5-EB45A48F4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Sales Performance By Channel</a:t>
            </a:r>
            <a:endParaRPr lang="en-IN" b="1" dirty="0"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0FE1FB9B-143F-A893-376D-4DDA4824331C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0" r="2140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B2E6A1-43B9-2C09-91C4-D463EBE368ED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>
            <a:normAutofit/>
          </a:bodyPr>
          <a:lstStyle/>
          <a:p>
            <a:r>
              <a:rPr lang="en-US" sz="2000" b="1" i="1" u="sng" dirty="0"/>
              <a:t>Recommendation :</a:t>
            </a:r>
          </a:p>
          <a:p>
            <a:r>
              <a:rPr lang="en-US" sz="1800" b="1" dirty="0">
                <a:solidFill>
                  <a:srgbClr val="FFFF00"/>
                </a:solidFill>
              </a:rPr>
              <a:t>Increase Investment in channels generating higher sales revenue.</a:t>
            </a:r>
            <a:endParaRPr lang="en-IN" sz="1800" b="1" dirty="0">
              <a:solidFill>
                <a:srgbClr val="FFFF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7274856-0362-D532-3E21-C36E33E26A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Channel Wise Conversion</a:t>
            </a:r>
            <a:endParaRPr lang="en-IN" b="1" dirty="0"/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9368E46D-D747-0676-412D-3BEC902AE54A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" r="2132"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76CA033-E09F-B764-E46D-30F46952ECDE}"/>
              </a:ext>
            </a:extLst>
          </p:cNvPr>
          <p:cNvSpPr>
            <a:spLocks noGrp="1"/>
          </p:cNvSpPr>
          <p:nvPr>
            <p:ph type="body" sz="half" idx="19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Recommendation :</a:t>
            </a:r>
          </a:p>
          <a:p>
            <a:r>
              <a:rPr lang="en-US" sz="1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Allocate more budget to channels with higher Customer conversion.</a:t>
            </a:r>
            <a:endParaRPr lang="en-IN" sz="18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360DEBC-F316-B5C4-6E87-4FED6D9F03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Converted Vs Non- Converted Customer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A9B2C29F-0420-D72F-7F27-AE5A5AFF94C7}"/>
              </a:ext>
            </a:extLst>
          </p:cNvPr>
          <p:cNvPicPr>
            <a:picLocks noGrp="1" noChangeAspect="1"/>
          </p:cNvPicPr>
          <p:nvPr>
            <p:ph type="pic" idx="2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6" b="2876"/>
          <a:stretch>
            <a:fillRect/>
          </a:stretch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C00F876-CD8D-CD8F-AB4F-4EB473F08D1D}"/>
              </a:ext>
            </a:extLst>
          </p:cNvPr>
          <p:cNvSpPr>
            <a:spLocks noGrp="1"/>
          </p:cNvSpPr>
          <p:nvPr>
            <p:ph type="body" sz="half" idx="20"/>
          </p:nvPr>
        </p:nvSpPr>
        <p:spPr/>
        <p:txBody>
          <a:bodyPr/>
          <a:lstStyle/>
          <a:p>
            <a:r>
              <a:rPr lang="en-US" sz="2000" b="1" i="1" u="sng" dirty="0"/>
              <a:t>Recommendation :</a:t>
            </a:r>
          </a:p>
          <a:p>
            <a:r>
              <a:rPr lang="en-IN" sz="1800" dirty="0">
                <a:solidFill>
                  <a:srgbClr val="FFFF00"/>
                </a:solidFill>
              </a:rPr>
              <a:t>Optimize website content to keep users engaged longer</a:t>
            </a:r>
          </a:p>
        </p:txBody>
      </p:sp>
    </p:spTree>
    <p:extLst>
      <p:ext uri="{BB962C8B-B14F-4D97-AF65-F5344CB8AC3E}">
        <p14:creationId xmlns:p14="http://schemas.microsoft.com/office/powerpoint/2010/main" val="380640713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19</TotalTime>
  <Words>57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Arial Black</vt:lpstr>
      <vt:lpstr>Century Gothic</vt:lpstr>
      <vt:lpstr>Vapor Trail</vt:lpstr>
      <vt:lpstr>Marketing Campaign Analysis</vt:lpstr>
      <vt:lpstr>Overall Channel 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Sparsh Gupta</dc:creator>
  <cp:lastModifiedBy>Sparsh Gupta</cp:lastModifiedBy>
  <cp:revision>1</cp:revision>
  <dcterms:created xsi:type="dcterms:W3CDTF">2026-01-06T10:08:50Z</dcterms:created>
  <dcterms:modified xsi:type="dcterms:W3CDTF">2026-01-06T10:28:21Z</dcterms:modified>
</cp:coreProperties>
</file>